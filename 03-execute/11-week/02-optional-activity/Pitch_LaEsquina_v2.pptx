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Votos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E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DCB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Fiados</c:v>
                  </c:pt>
                  <c:pt idx="1">
                    <c:v>Pedidos</c:v>
                  </c:pt>
                  <c:pt idx="2">
                    <c:v>Precios</c:v>
                  </c:pt>
                  <c:pt idx="3">
                    <c:v>Ventas</c:v>
                  </c:pt>
                  <c:pt idx="4">
                    <c:v>Inventario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914400" cy="51435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320040" cy="514350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7315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 PROYECTO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de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Gestión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 La Esquina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1828800" cy="64008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Paula Sofía Claros Náñez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· Ficha 3413974 · Neiva, Huila · 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Jesús Ariel González Bonilla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PROBLEMA?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-91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691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6916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2161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" y="16367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sin control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1752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de memoria. 2 días con productos agotados en 10 días observados.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29968" y="1051560"/>
            <a:ext cx="1691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29968" y="1051560"/>
            <a:ext cx="1691640" cy="914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2161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16367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manuales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0312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+ calculadora. Errores al cobrar y cierre del día: 20-35 min.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831336" y="1051560"/>
            <a:ext cx="1691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831336" y="1051560"/>
            <a:ext cx="1691640" cy="91440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121615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04488" y="16367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Fiados desorganizados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904488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libretas sin sincronizar. 9 deudas sin fecha. Pérdidas confirmadas.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133856" y="2834640"/>
            <a:ext cx="1691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33856" y="2834640"/>
            <a:ext cx="1691640" cy="914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299923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34198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sin registro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207008" y="3749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por teléfono. Sin constancia de qué se pidió ni cuándo llegó.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935224" y="2834640"/>
            <a:ext cx="1691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935224" y="2834640"/>
            <a:ext cx="16916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29992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008376" y="34198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del negocio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008376" y="3749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ventas semanales ni qué productos se venden más.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5760720" y="1051560"/>
            <a:ext cx="3154680" cy="34472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760720" y="1051560"/>
            <a:ext cx="3154680" cy="914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85216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El problema real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852160" y="1600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conocimiento del negocio vive en la cabeza de don Carlos.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943600" y="2240280"/>
            <a:ext cx="2560320" cy="36576"/>
          </a:xfrm>
          <a:prstGeom prst="rect">
            <a:avLst/>
          </a:prstGeom>
          <a:solidFill>
            <a:srgbClr val="2C4F6E"/>
          </a:solidFill>
          <a:ln w="12700">
            <a:solidFill>
              <a:srgbClr val="2C4F6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852160" y="2377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$348.000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5852160" y="27066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ventas/día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852160" y="3035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5852160" y="3364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fiados sin fecha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852160" y="3694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2200" dirty="0"/>
          </a:p>
        </p:txBody>
      </p:sp>
      <p:sp>
        <p:nvSpPr>
          <p:cNvPr id="40" name="Text 33"/>
          <p:cNvSpPr/>
          <p:nvPr/>
        </p:nvSpPr>
        <p:spPr>
          <a:xfrm>
            <a:off x="585216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diario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web · Sin instalar nada · Todo en un solo lugar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743200" cy="15727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62763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2240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totales y cambio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2968" y="1463040"/>
            <a:ext cx="2743200" cy="157276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27632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22776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10128" y="2240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 + alertas de stock mínimo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17336" y="1463040"/>
            <a:ext cx="2743200" cy="1572768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627632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67144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Fiados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54496" y="2240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cuentas por cobrar por cliente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28600" y="3200400"/>
            <a:ext cx="2743200" cy="1572768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364992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8408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65760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a proveedores con estado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172968" y="3200400"/>
            <a:ext cx="2743200" cy="15727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64992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22776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3310128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día, semana y mes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117336" y="3200400"/>
            <a:ext cx="2743200" cy="157276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364992"/>
            <a:ext cx="475488" cy="4754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67144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6254496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administrador y cajero diferenciados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URGENTE?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10312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2715768"/>
            <a:ext cx="210312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887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$348K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diarias promedio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210312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2715768"/>
            <a:ext cx="2103120" cy="7315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1887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2316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fiados sin fecha ni control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10312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715768"/>
            <a:ext cx="2103120" cy="7315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en cerrar el día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10312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2715768"/>
            <a:ext cx="2103120" cy="7315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1887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90372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con productos agotados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Encuesta: ¿Qué necesita más el supermercado? (12 personas)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182880" y="3246120"/>
          <a:ext cx="87782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LO USA Y QUÉ INCLUYE?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09728" cy="135331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9047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1499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Carlos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34440" y="17373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total: ventas, inventario, reportes, usuarios y configuración.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2606040"/>
            <a:ext cx="41148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2606040"/>
            <a:ext cx="109728" cy="13533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999232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2715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34440" y="30083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Marta / empleado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234440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ventas, consultar inventario y anotar fiados.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63440" y="1097280"/>
            <a:ext cx="2103120" cy="35935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1097280"/>
            <a:ext cx="2103120" cy="411480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0916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INCLUYE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754880" y="16002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Registro de ventas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754880" y="20939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Control de inventario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754880" y="25877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Cuentas por cobrar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754880" y="30815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Pedidos a proveedores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754880" y="35753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Reportes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754880" y="40690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Gestión de usuarios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949440" y="1097280"/>
            <a:ext cx="1965960" cy="35935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949440" y="1097280"/>
            <a:ext cx="196596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995160" y="10972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INCLUYE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040880" y="16002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Facturación DIAN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040880" y="20939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App móvil nativa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7040880" y="2587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Pagos electrónicos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7040880" y="3081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Modo offline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" cy="51435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228600" cy="514350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256032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Desarrollar un sistema web que permita al Supermercado La Esquina gestionar digitalmente ventas, inventario, fiados y pedidos — reduciendo errores, ahorrando tiempo y apoyando la toma de decisiones con datos reales.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457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40233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05840"/>
            <a:ext cx="91440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170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día: de 35 min → segundos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46320" y="1965960"/>
            <a:ext cx="40233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46320" y="1965960"/>
            <a:ext cx="91440" cy="80467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1488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21305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libretas — todo centralizado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46320" y="2926080"/>
            <a:ext cx="40233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46320" y="2926080"/>
            <a:ext cx="91440" cy="80467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090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antes de quedarse sin stock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846320" y="3886200"/>
            <a:ext cx="40233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46320" y="3886200"/>
            <a:ext cx="91440" cy="80467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06908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0" y="4050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para decidir qué pedir y cuándo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846320" y="4800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Paula Sofía Claros Náñez  ·  SENA  ·  Análisis y Desarrollo de Software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SRS La Esquina</dc:title>
  <dc:subject>PptxGenJS Presentation</dc:subject>
  <dc:creator>PptxGenJS</dc:creator>
  <cp:lastModifiedBy>PptxGenJS</cp:lastModifiedBy>
  <cp:revision>1</cp:revision>
  <dcterms:created xsi:type="dcterms:W3CDTF">2026-05-16T04:04:40Z</dcterms:created>
  <dcterms:modified xsi:type="dcterms:W3CDTF">2026-05-16T04:04:40Z</dcterms:modified>
</cp:coreProperties>
</file>